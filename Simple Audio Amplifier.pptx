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906F65-A525-4376-83DB-E08B25965CCF}">
          <p14:sldIdLst>
            <p14:sldId id="256"/>
            <p14:sldId id="258"/>
            <p14:sldId id="257"/>
            <p14:sldId id="259"/>
            <p14:sldId id="260"/>
            <p14:sldId id="261"/>
            <p14:sldId id="263"/>
          </p14:sldIdLst>
        </p14:section>
        <p14:section name="Untitled Section" id="{492D9015-5CCD-4EC5-AC88-FA5B979CF2C5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605" autoAdjust="0"/>
    <p:restoredTop sz="86436" autoAdjust="0"/>
  </p:normalViewPr>
  <p:slideViewPr>
    <p:cSldViewPr>
      <p:cViewPr>
        <p:scale>
          <a:sx n="66" d="100"/>
          <a:sy n="66" d="100"/>
        </p:scale>
        <p:origin x="-1876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1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1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2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84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9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17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0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19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0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0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89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1BA3B-302D-49DD-8F63-05829567862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10C84-19BE-4DF7-BC47-0140FF8F4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4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00"/>
            <a:ext cx="7772400" cy="1924050"/>
          </a:xfrm>
        </p:spPr>
        <p:txBody>
          <a:bodyPr>
            <a:noAutofit/>
          </a:bodyPr>
          <a:lstStyle/>
          <a:p>
            <a:pPr algn="l"/>
            <a:r>
              <a:rPr lang="en-US" sz="1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  </a:t>
            </a:r>
            <a:r>
              <a:rPr 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Simple Audio Amplifier</a:t>
            </a:r>
            <a:br>
              <a:rPr 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1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Presented By :</a:t>
            </a:r>
            <a:br>
              <a:rPr lang="en-US" sz="2000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Shaila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Akther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Jesi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 ET-241439)</a:t>
            </a:r>
            <a:b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Nusrat</a:t>
            </a: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Zubaira</a:t>
            </a: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Kamal (ET-241440)</a:t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Puja </a:t>
            </a:r>
            <a:r>
              <a:rPr lang="en-US" sz="2000" b="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Dewanje</a:t>
            </a: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(ET-241442) </a:t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Presented To : </a:t>
            </a:r>
            <a:b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Jubaida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Nahar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Tuli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Lecturer</a:t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Department of Electrical and Electronic Engineering </a:t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IIUC, </a:t>
            </a:r>
            <a:r>
              <a:rPr lang="en-US" sz="2000" b="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Chattogram</a:t>
            </a:r>
            <a: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 </a:t>
            </a:r>
            <a:br>
              <a:rPr lang="en-US" sz="2000" b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0714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3006" y="-65484"/>
            <a:ext cx="6629400" cy="7278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u="sng" dirty="0" smtClean="0">
                <a:latin typeface="Times New Roman" pitchFamily="18" charset="0"/>
                <a:cs typeface="Times New Roman" pitchFamily="18" charset="0"/>
              </a:rPr>
              <a:t>Presentation Outline</a:t>
            </a:r>
          </a:p>
          <a:p>
            <a:pPr algn="ctr"/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Introductive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Circuit Diagram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Required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Equipments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Equipment Cost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Working Principle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Disadvantages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Application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 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Future Plan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Conclusion  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u="sng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969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4914" y="685800"/>
            <a:ext cx="74676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Introduction : </a:t>
            </a:r>
          </a:p>
          <a:p>
            <a:endParaRPr lang="en-US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simple audio amplifier is an electronic project that makes low-volume audio signals louder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200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uses a 2N6292 transistor to amplify signals from an audio source like a mobile phone or music player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200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weak input signal is fed into the transistor, which increases its power and sends it to a speaker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200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circuit is a great way to learn how transistors work in real-world audio applications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200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is simple, affordable, and perfect for students or hobbyists exploring basic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electronics.</a:t>
            </a:r>
            <a:endParaRPr lang="en-US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83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990600"/>
            <a:ext cx="74676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 Objective</a:t>
            </a:r>
          </a:p>
          <a:p>
            <a:endParaRPr lang="en-US" sz="2000" b="0" u="sng" dirty="0" smtClean="0">
              <a:solidFill>
                <a:srgbClr val="FF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build a working audio amplifier using the 2N6292 NPN transistor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understand the basic principle of signal amplification using a power transistor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increase the volume of weak audio signals so they can drive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speaker.</a:t>
            </a:r>
            <a:endParaRPr lang="en-US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create a low-cost and easy-to-build circuit for learning and demonstration purposes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explore the practical use of electronic components like resistors, capacitors, and transistors in real applications.</a:t>
            </a:r>
            <a:endParaRPr lang="en-US" b="0" dirty="0" smtClean="0">
              <a:effectLst/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47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757535"/>
            <a:ext cx="28577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Circuit Diagram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371600"/>
            <a:ext cx="625598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5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833734"/>
            <a:ext cx="3656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 Required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Equipments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0200" y="1524000"/>
            <a:ext cx="4953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2N6292 NPN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Transistor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2.2k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Ω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Resistor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22µF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Capacitor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9V Battery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Jumper Wires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Breadboard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3.5mm Audio Jack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10W Speaker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Audio Source (Phone/MP3)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852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685800"/>
            <a:ext cx="27558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Equipment Cost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738245"/>
              </p:ext>
            </p:extLst>
          </p:nvPr>
        </p:nvGraphicFramePr>
        <p:xfrm>
          <a:off x="1524000" y="1386840"/>
          <a:ext cx="6096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1701800"/>
                <a:gridCol w="2032000"/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Quantity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Price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2N6292 Transistor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2.2</a:t>
                      </a:r>
                      <a:r>
                        <a:rPr lang="el-GR" dirty="0" smtClean="0">
                          <a:latin typeface="Times New Roman" pitchFamily="18" charset="0"/>
                          <a:cs typeface="Times New Roman" pitchFamily="18" charset="0"/>
                        </a:rPr>
                        <a:t>ΚΩ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Resistor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22µF Capacitor 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9V Battery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3.5 mm Audio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Jack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Jumper Wires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10W Speaker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350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Breadboard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itchFamily="18" charset="0"/>
                          <a:cs typeface="Times New Roman" pitchFamily="18" charset="0"/>
                        </a:rPr>
                        <a:t>Total = </a:t>
                      </a:r>
                      <a:endParaRPr lang="en-US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-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552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30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5406" y="609600"/>
            <a:ext cx="746519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Working Principle 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audio signal enters through the 3.5mm audio jack.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signal passes through a capacitor to remove DC components.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signal reaches the base of the 2N6292 transistor.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transistor uses the 9V battery to amplify the weak signal.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larger current flows from collector to emitter, boosting the signal.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amplified signal is sent to the speaker.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speaker produces a louder version of the original sound.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q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11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757535"/>
            <a:ext cx="1566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Output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371600"/>
            <a:ext cx="4267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5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1219200"/>
            <a:ext cx="2208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Advantages </a:t>
            </a:r>
            <a:endParaRPr lang="en-US" sz="240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990600" y="1800509"/>
            <a:ext cx="7696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Low cost and easy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build.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Components are easily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available.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Simple circuit design, good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beginners.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Low power consumption (uses 9V battery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Useful for learning basic electronics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amplification.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54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33400"/>
            <a:ext cx="2430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Disadvantages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53066" y="1219200"/>
            <a:ext cx="682413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Limited sound output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power.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May produce distortion at high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volume.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Not suitable for professional audio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Sound quality may not be very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clear.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 volume or tone control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features.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454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533400"/>
            <a:ext cx="2129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0200" y="1219200"/>
            <a:ext cx="6781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Used in mini speaker systems for personal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Suitable for school or college electronics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Helpful for learning and demonstrating transistor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amplification.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be used in portable audio devices powered by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battery.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Ideal for DIY hobby projects and basic electronics practice.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Useful for testing audio signals from different sources like mobile phones or MP3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players.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634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533400"/>
            <a:ext cx="27707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Result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19200"/>
            <a:ext cx="792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Successfully built a working audio amplifier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circuit.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Weak audio signal was amplified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clearly.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Speaker produced louder sound from mobile/MP3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Circuit operated smoothly with a 9V battery2N6292 transistor </a:t>
            </a:r>
          </a:p>
          <a:p>
            <a:pPr algn="just"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functioned effectively as 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amplifier.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 met the expected output and learning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goals.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61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423794"/>
            <a:ext cx="21058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Future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66800"/>
            <a:ext cx="685800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Upgrade the circuit to support stereo sound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volume and tone control knobs for better audio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adjustment.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Replace breadboard with PCB design for permanent setup</a:t>
            </a:r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 sound quality using filtering and feedback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components.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higher wattage speakers for louder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output.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Integrate with Bluetooth module for wireless audio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Power the circuit using rechargeable battery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629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762000"/>
            <a:ext cx="2002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buFont typeface="Wingdings" pitchFamily="2" charset="2"/>
              <a:buChar char="v"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1600200"/>
            <a:ext cx="6477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Successfully amplified weak audio signals using 2N6292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transistor.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Simple and cost-effective circuit suitable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beginners.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Increased sound volume from audio devices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clearly.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Demonstrated basic transistor amplification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principles.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Potential for future improvements in sound quality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features.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Good educational project for learning electronics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basics.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46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2209800"/>
            <a:ext cx="601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 smtClean="0">
                <a:solidFill>
                  <a:srgbClr val="00B0F0"/>
                </a:solidFill>
                <a:latin typeface="+mj-lt"/>
                <a:cs typeface="Times New Roman" pitchFamily="18" charset="0"/>
              </a:rPr>
              <a:t>THANK YOU</a:t>
            </a: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Our Respected Teacher for your  </a:t>
            </a: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Guidance and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inspiration. 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72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619</Words>
  <Application>Microsoft Office PowerPoint</Application>
  <PresentationFormat>On-screen Show (4:3)</PresentationFormat>
  <Paragraphs>132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                                      Simple Audio Amplifier  Presented By :   Shaila Akther Jesi ( ET-241439)  Nusrat Zubaira Kamal (ET-241440)  Puja Dewanje (ET-241442)   Presented To :    Jubaida Nahar Tuli  Lecturer  Department of Electrical and Electronic Engineering   IIUC, Chattogram.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Audio Amplifier  Presented By :  Shaila Akther Jesi ( ET-241439)  Nusrat Zubaira Kamal (ET-241440)  Puja Dewanje (ET-241442)   Presented To :   Jubaida Nahar Tuli  Lecturer  Department of Electrical and Electronic  Engineering   IIUC, Chattogram.</dc:title>
  <dc:creator>HP</dc:creator>
  <cp:lastModifiedBy>HP</cp:lastModifiedBy>
  <cp:revision>29</cp:revision>
  <dcterms:created xsi:type="dcterms:W3CDTF">2025-06-27T12:10:12Z</dcterms:created>
  <dcterms:modified xsi:type="dcterms:W3CDTF">2025-06-27T13:57:21Z</dcterms:modified>
</cp:coreProperties>
</file>